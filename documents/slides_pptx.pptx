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Attention-CEM 防御框架总览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latin typeface="Microsoft YaHei"/>
              </a:rPr>
              <a:t>Slot + Gated Cross Attention 与 Gated Attention Pooling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演示地图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协同推理的隐私威胁与 CEM 基本思路</a:t>
            </a:r>
          </a:p>
          <a:p>
            <a:pPr/>
            <a:r>
              <a:rPr sz="2400">
                <a:latin typeface="Microsoft YaHei"/>
              </a:rPr>
              <a:t>Slot + Gated Cross Attention 框架：结构、门控、训练集成</a:t>
            </a:r>
          </a:p>
          <a:p>
            <a:pPr/>
            <a:r>
              <a:rPr sz="2400">
                <a:latin typeface="Microsoft YaHei"/>
              </a:rPr>
              <a:t>Gated Attention Pooling 框架：动机、流程、条件熵代理</a:t>
            </a:r>
          </a:p>
          <a:p>
            <a:pPr/>
            <a:r>
              <a:rPr sz="2400">
                <a:latin typeface="Microsoft YaHei"/>
              </a:rPr>
              <a:t>对比与实践建议：适用场景、调参重点、下一步计划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协同推理与 CEM 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Split inference：本地编码器 Fₑ 输出特征 z，云端 F_d 完成预测</a:t>
            </a:r>
          </a:p>
          <a:p>
            <a:pPr/>
            <a:r>
              <a:rPr sz="2400">
                <a:latin typeface="Microsoft YaHei"/>
              </a:rPr>
              <a:t>中间特征可能被模型反演攻击还原输入</a:t>
            </a:r>
          </a:p>
          <a:p>
            <a:pPr/>
            <a:r>
              <a:rPr sz="2400">
                <a:latin typeface="Microsoft YaHei"/>
              </a:rPr>
              <a:t>CEM 通过最大化 H(x|z) 提高最优重建误差 ξ</a:t>
            </a:r>
          </a:p>
          <a:p>
            <a:pPr/>
            <a:r>
              <a:rPr sz="2400">
                <a:latin typeface="Microsoft YaHei"/>
              </a:rPr>
              <a:t>注意力模块替换原有 KMeans/GMM 条件熵近似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训练流程中的位置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1️⃣ 本地编码器得到 z</a:t>
            </a:r>
          </a:p>
          <a:p>
            <a:pPr/>
            <a:r>
              <a:rPr sz="2400">
                <a:latin typeface="Microsoft YaHei"/>
              </a:rPr>
              <a:t>2️⃣ 注意力 CEM 计算代理损失 L_C</a:t>
            </a:r>
          </a:p>
          <a:p>
            <a:pPr/>
            <a:r>
              <a:rPr sz="2400">
                <a:latin typeface="Microsoft YaHei"/>
              </a:rPr>
              <a:t>3️⃣ 防御模块 𝓜 在 z 上执行噪声、Dropout、ARL 等操作</a:t>
            </a:r>
          </a:p>
          <a:p>
            <a:pPr/>
            <a:r>
              <a:rPr sz="2400">
                <a:latin typeface="Microsoft YaHei"/>
              </a:rPr>
              <a:t>4️⃣ 云端前向得到 L_D，梯度与 L_C 联合回传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 + Gated Cross Attention 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结构：SlotAttention → Gated Cross-Attn → 多级门控统计</a:t>
            </a:r>
          </a:p>
          <a:p>
            <a:pPr/>
            <a:r>
              <a:rPr sz="2400">
                <a:latin typeface="Microsoft YaHei"/>
              </a:rPr>
              <a:t>优势：显式建模类内多模态，门控抑制冗余</a:t>
            </a:r>
          </a:p>
          <a:p>
            <a:pPr/>
            <a:r>
              <a:rPr sz="2400">
                <a:latin typeface="Microsoft YaHei"/>
              </a:rPr>
              <a:t>难点：结构庞大、超参数多，需要 Warmup 与 early shutoff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SlotAttention 工作流程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LayerNorm + 线性映射得到 K、V</a:t>
            </a:r>
          </a:p>
          <a:p>
            <a:pPr/>
            <a:r>
              <a:rPr sz="2400">
                <a:latin typeface="Microsoft YaHei"/>
              </a:rPr>
              <a:t>学习 μ、σ 初始化多个 slot，迭代竞争更新</a:t>
            </a:r>
          </a:p>
          <a:p>
            <a:pPr/>
            <a:r>
              <a:rPr sz="2400">
                <a:latin typeface="Microsoft YaHei"/>
              </a:rPr>
              <a:t>每轮 softmax 分配 r，GRU + MLP 残差更新 slots</a:t>
            </a:r>
          </a:p>
          <a:p>
            <a:pPr/>
            <a:r>
              <a:rPr sz="2400">
                <a:latin typeface="Microsoft YaHei"/>
              </a:rPr>
              <a:t>输出多个 slot 原型表征类内多模态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Gated Cross-Attn 与多级门控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Flamingo 风格门控：y = q + tanh(α_attn)·CrossAttn</a:t>
            </a:r>
          </a:p>
          <a:p>
            <a:pPr/>
            <a:r>
              <a:rPr sz="2400">
                <a:latin typeface="Microsoft YaHei"/>
              </a:rPr>
              <a:t>FFN 同样使用 tanh(α_ffn) 门控，LayerNorm 放在前</a:t>
            </a:r>
          </a:p>
          <a:p>
            <a:pPr/>
            <a:r>
              <a:rPr sz="2400">
                <a:latin typeface="Microsoft YaHei"/>
              </a:rPr>
              <a:t>多级门控：per-dim gate、SNR gate、softplus margin、slot mass gate、class gate</a:t>
            </a:r>
          </a:p>
          <a:p>
            <a:pPr/>
            <a:r>
              <a:rPr sz="2400">
                <a:latin typeface="Microsoft YaHei"/>
              </a:rPr>
              <a:t>Early shutoff：前 100 步或门控均值过高时直接置零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 框架训练集成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Warmup：attention_warmup_epochs = 3，避免初始化扰动</a:t>
            </a:r>
          </a:p>
          <a:p>
            <a:pPr/>
            <a:r>
              <a:rPr sz="2400">
                <a:latin typeface="Microsoft YaHei"/>
              </a:rPr>
              <a:t>首次调用时将注意力参数加入主优化器</a:t>
            </a:r>
          </a:p>
          <a:p>
            <a:pPr/>
            <a:r>
              <a:rPr sz="2400">
                <a:latin typeface="Microsoft YaHei"/>
              </a:rPr>
              <a:t>先回传 rob_loss 缓存梯度，再回传任务损失</a:t>
            </a:r>
          </a:p>
          <a:p>
            <a:pPr/>
            <a:r>
              <a:rPr sz="2400">
                <a:latin typeface="Microsoft YaHei"/>
              </a:rPr>
              <a:t>按 λ 或 loss scale 将 CEM 梯度叠加到编码器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Gated Attention Pooling 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动机：Slot 方案算力大、调参复杂，需要轻量替代</a:t>
            </a:r>
          </a:p>
          <a:p>
            <a:pPr/>
            <a:r>
              <a:rPr sz="2400">
                <a:latin typeface="Microsoft YaHei"/>
              </a:rPr>
              <a:t>核心：Gated MIL 权重 tanh(Vx)⊙σ(Ux) → softmax</a:t>
            </a:r>
          </a:p>
          <a:p>
            <a:pPr/>
            <a:r>
              <a:rPr sz="2400">
                <a:latin typeface="Microsoft YaHei"/>
              </a:rPr>
              <a:t>输出加权均值与方差，构造 CEM surrogate</a:t>
            </a:r>
          </a:p>
          <a:p>
            <a:pPr/>
            <a:r>
              <a:rPr sz="2400">
                <a:latin typeface="Microsoft YaHei"/>
              </a:rPr>
              <a:t>特点：结构简单、数值稳定、适合快速迭代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Gated Pooling 条件熵代理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加权均值 μ = Σ a_m x_m</a:t>
            </a:r>
          </a:p>
          <a:p>
            <a:pPr/>
            <a:r>
              <a:rPr sz="2400">
                <a:latin typeface="Microsoft YaHei"/>
              </a:rPr>
              <a:t>加权方差 σ² = Σ a_m (x_m - μ)²</a:t>
            </a:r>
          </a:p>
          <a:p>
            <a:pPr/>
            <a:r>
              <a:rPr sz="2400">
                <a:latin typeface="Microsoft YaHei"/>
              </a:rPr>
              <a:t>L_C = max(0, log(σ² + γ) - log(τ))</a:t>
            </a:r>
          </a:p>
          <a:p>
            <a:pPr/>
            <a:r>
              <a:rPr sz="2400">
                <a:latin typeface="Microsoft YaHei"/>
              </a:rPr>
              <a:t>阈值 τ = var_threshold × reg_strength² + 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Gated Pooling 训练集成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Warmup 更长（默认 5 epoch）稳定 softmax 权重</a:t>
            </a:r>
          </a:p>
          <a:p>
            <a:pPr/>
            <a:r>
              <a:rPr sz="2400">
                <a:latin typeface="Microsoft YaHei"/>
              </a:rPr>
              <a:t>首次使用将模块参数加入优化器，loss scale 控制梯度强度</a:t>
            </a:r>
          </a:p>
          <a:p>
            <a:pPr/>
            <a:r>
              <a:rPr sz="2400">
                <a:latin typeface="Microsoft YaHei"/>
              </a:rPr>
              <a:t>与 Slot 框架共享相同的防御链路</a:t>
            </a:r>
          </a:p>
          <a:p>
            <a:pPr/>
            <a:r>
              <a:rPr sz="2400">
                <a:latin typeface="Microsoft YaHei"/>
              </a:rPr>
              <a:t>调参聚焦 var_threshold 与噪声强度，算力友好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框架对比与实践建议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Slot + Gated Cross Attn：表达力强，适合高风险数据，但超参多</a:t>
            </a:r>
          </a:p>
          <a:p>
            <a:pPr/>
            <a:r>
              <a:rPr sz="2400">
                <a:latin typeface="Microsoft YaHei"/>
              </a:rPr>
              <a:t>Gated Pooling：轻量高效，适合资源受限或快速验证</a:t>
            </a:r>
          </a:p>
          <a:p>
            <a:pPr/>
            <a:r>
              <a:rPr sz="2400">
                <a:latin typeface="Microsoft YaHei"/>
              </a:rPr>
              <a:t>监控 rob_loss、门控均值，确保 Warmup 完成</a:t>
            </a:r>
          </a:p>
          <a:p>
            <a:pPr/>
            <a:r>
              <a:rPr sz="2400">
                <a:latin typeface="Microsoft YaHei"/>
              </a:rPr>
              <a:t>调参重点：Slot 关注 slot_power/class_gate；Gated 关注阈值与 loss scale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latin typeface="Microsoft YaHei"/>
              </a:rPr>
              <a:t>在 CIFAR-10/100、FaceScrub、TinyImageNet 上系统实验并对比 GMM</a:t>
            </a:r>
          </a:p>
          <a:p>
            <a:pPr/>
            <a:r>
              <a:rPr sz="2400">
                <a:latin typeface="Microsoft YaHei"/>
              </a:rPr>
              <a:t>量化 MIA 指标提升幅度与计算开销差异</a:t>
            </a:r>
          </a:p>
          <a:p>
            <a:pPr/>
            <a:r>
              <a:rPr sz="2400">
                <a:latin typeface="Microsoft YaHei"/>
              </a:rPr>
              <a:t>探索组合策略：Gated pool 预筛查 + Slot 框架精细优化</a:t>
            </a:r>
          </a:p>
          <a:p>
            <a:pPr/>
            <a:r>
              <a:rPr sz="2400">
                <a:latin typeface="Microsoft YaHei"/>
              </a:rPr>
              <a:t>分析 early shutoff、class gate 等超参对隐私与准确率的影响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