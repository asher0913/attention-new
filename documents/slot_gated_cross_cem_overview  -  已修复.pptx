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15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Slot + Gated Cross 条件熵代理框架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架构与训练流程概览</a:t>
            </a:r>
          </a:p>
          <a:p>
            <a:r>
              <a:t>2025-11-06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背景：条件熵与隐私防护目标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CEM 旨在压缩类内特征分布，降低 H(Z|Y) 防止重构攻击</a:t>
            </a:r>
          </a:p>
          <a:p>
            <a:pPr>
              <a:defRPr sz="2000"/>
            </a:pPr>
            <a:r>
              <a:t>传统 GMM/KMeans 代理在高维+小批量下易数值不稳</a:t>
            </a:r>
          </a:p>
          <a:p>
            <a:pPr>
              <a:defRPr sz="2000"/>
            </a:pPr>
            <a:r>
              <a:t>Slot + Gated Cross 用注意力模块替换聚类近似，保持端到端训练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整体流程鸟瞰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011680" cy="1005840"/>
          </a:xfrm>
          <a:prstGeom prst="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按类分组特征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Tokens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0"/>
            <a:ext cx="182880" cy="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926080" y="1828800"/>
            <a:ext cx="2011680" cy="1005840"/>
          </a:xfrm>
          <a:prstGeom prst="rect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Slot Attention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竞争聚合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0" y="0"/>
            <a:ext cx="182880" cy="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0" y="1828800"/>
            <a:ext cx="2011680" cy="1005840"/>
          </a:xfrm>
          <a:prstGeom prst="rect">
            <a:avLst/>
          </a:prstGeom>
          <a:solidFill>
            <a:srgbClr val="9BBB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门控交叉注意力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局部增强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0"/>
            <a:ext cx="182880" cy="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0" y="1828800"/>
            <a:ext cx="2011680" cy="1005840"/>
          </a:xfrm>
          <a:prstGeom prst="rect">
            <a:avLst/>
          </a:prstGeom>
          <a:solidFill>
            <a:srgbClr val="8064A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混合槽统计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多级门控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0" y="0"/>
            <a:ext cx="182880" cy="0"/>
          </a:xfrm>
          <a:prstGeom prst="curvedConnector3">
            <a:avLst/>
          </a:prstGeom>
          <a:ln w="317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509760" y="1828800"/>
            <a:ext cx="2011680" cy="1005840"/>
          </a:xfrm>
          <a:prstGeom prst="rect">
            <a:avLst/>
          </a:prstGeom>
          <a:solidFill>
            <a:srgbClr val="4BACC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条件熵 surrogate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Rob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每个阶段共享参数并保持 differentiable，形成 CEM 的端到端代理。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Slot Attention 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特征层归一化后映射到 K/V，learned Gaussian 初始化 slots</a:t>
            </a:r>
          </a:p>
          <a:p>
            <a:pPr>
              <a:defRPr sz="2000"/>
            </a:pPr>
            <a:r>
              <a:t>多轮 softmax 竞争 + GRU 更新，自适应捕获类内多模态</a:t>
            </a:r>
          </a:p>
          <a:p>
            <a:pPr>
              <a:defRPr sz="2000"/>
            </a:pPr>
            <a:r>
              <a:t>温度缩放 (d^{-1/4}) 与 LayerNorm 避免梯度爆炸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门控交叉注意力 (Gated Cross-Attn)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样本特征做 query，slots 作为共享 KV</a:t>
            </a:r>
          </a:p>
          <a:p>
            <a:pPr>
              <a:defRPr sz="2000"/>
            </a:pPr>
            <a:r>
              <a:t>引入 tanh(α) 门控的残差，平滑开启注意力与 FFN</a:t>
            </a:r>
          </a:p>
          <a:p>
            <a:pPr>
              <a:defRPr sz="2000"/>
            </a:pPr>
            <a:r>
              <a:t>对齐 Flamingo Gated Dense 结构，保持数值稳定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混合槽统计与多级门控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温度化余弦相似度生成软责任 r(m,s) 并得到 slot mass</a:t>
            </a:r>
          </a:p>
          <a:p>
            <a:pPr>
              <a:defRPr sz="2000"/>
            </a:pPr>
            <a:r>
              <a:t>槽均值/方差结合 Sigmoid 维度门 + SNR 硬门</a:t>
            </a:r>
          </a:p>
          <a:p>
            <a:pPr>
              <a:defRPr sz="2000"/>
            </a:pPr>
            <a:r>
              <a:t>Softplus 阈平滑 + slot mass 幂次加权 + 类级 Sigmoid 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训练循环中的整合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满足 warmup、λ&gt;0 时启用注意力版 CEM</a:t>
            </a:r>
          </a:p>
          <a:p>
            <a:pPr>
              <a:defRPr sz="2000"/>
            </a:pPr>
            <a:r>
              <a:t>先对 rob_loss 反向保留编码器/注意力梯度，再与主任务交叉熵合并</a:t>
            </a:r>
          </a:p>
          <a:p>
            <a:pPr>
              <a:defRPr sz="2000"/>
            </a:pPr>
            <a:r>
              <a:t>根据学习率调度缩放 λ∇Rob，兼顾精度与防护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关键超参数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Slots 数量 (默认8) 与迭代次数 (3) 控制表征能力</a:t>
            </a:r>
          </a:p>
          <a:p>
            <a:pPr>
              <a:defRPr sz="2000"/>
            </a:pPr>
            <a:r>
              <a:t>可学习标量：assign_temp, slot_power, snr_thresh, softplus_beta 等</a:t>
            </a:r>
          </a:p>
          <a:p>
            <a:pPr>
              <a:defRPr sz="2000"/>
            </a:pPr>
            <a:r>
              <a:t>attention_loss_scale=0.25、warmup=3 epoch，平衡梯度幅度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监控与调试要点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关注日志中的 gate_d / hard_gate / rob_loss，判断早期关断</a:t>
            </a:r>
          </a:p>
          <a:p>
            <a:pPr>
              <a:defRPr sz="2000"/>
            </a:pPr>
            <a:r>
              <a:t>检测 NaN/Inf：特征数值、rob_loss、intra_mse 均设有保护</a:t>
            </a:r>
          </a:p>
          <a:p>
            <a:pPr>
              <a:defRPr sz="2000"/>
            </a:pPr>
            <a:r>
              <a:t>可用可视化：slot mass 分布、SNR 直方图、类内方差走势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总结与组会提示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Slot Attention + Gated Cross 提供稳定的 CEM 条件熵估计</a:t>
            </a:r>
          </a:p>
          <a:p>
            <a:pPr>
              <a:defRPr sz="2000"/>
            </a:pPr>
            <a:r>
              <a:t>多级门控控制噪声与梯度，训练循环显式合成正则梯度</a:t>
            </a:r>
          </a:p>
          <a:p>
            <a:pPr>
              <a:defRPr sz="2000"/>
            </a:pPr>
            <a:r>
              <a:t>展示重点：架构互联、门控含义、调参经验与日志监控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Macintosh PowerPoint</Application>
  <PresentationFormat>全屏显示(4:3)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Slot + Gated Cross 条件熵代理框架</vt:lpstr>
      <vt:lpstr>背景：条件熵与隐私防护目标</vt:lpstr>
      <vt:lpstr>整体流程鸟瞰</vt:lpstr>
      <vt:lpstr>Slot Attention 机制</vt:lpstr>
      <vt:lpstr>门控交叉注意力 (Gated Cross-Attn)</vt:lpstr>
      <vt:lpstr>混合槽统计与多级门控</vt:lpstr>
      <vt:lpstr>训练循环中的整合</vt:lpstr>
      <vt:lpstr>关键超参数</vt:lpstr>
      <vt:lpstr>监控与调试要点</vt:lpstr>
      <vt:lpstr>总结与组会提示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Yixuan ZHANG (20513731)</cp:lastModifiedBy>
  <cp:revision>2</cp:revision>
  <dcterms:created xsi:type="dcterms:W3CDTF">2013-01-27T09:14:16Z</dcterms:created>
  <dcterms:modified xsi:type="dcterms:W3CDTF">2025-11-05T18:59:12Z</dcterms:modified>
  <cp:category/>
</cp:coreProperties>
</file>